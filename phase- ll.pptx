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0" r:id="rId10"/>
    <p:sldId id="262" r:id="rId11"/>
    <p:sldId id="272" r:id="rId12"/>
    <p:sldId id="278" r:id="rId13"/>
    <p:sldId id="27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B5AD3-3426-43B0-ACFE-A7094B9059F2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9D500-F40D-425B-96D5-C06F03F95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11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A802F-DBDA-4C95-9DB2-87C1314650FD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17D38-0D98-488D-B452-682AFF12B7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261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7D38-0D98-488D-B452-682AFF12B7F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88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760CB-FDF7-428B-9339-FD0084BE424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606A5-04D8-4CC8-BE12-6D190812019B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551C-8F28-4B70-84EC-08F7D44F8DC8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BB01-6C39-49BB-B99E-74638EA2B6F8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D85F8-4B07-45B7-A6D8-4BD0256AB261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8A208-06BB-4B34-B1E8-20FDCFADCFCA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29CF5-61CC-499F-BF38-748872D9FD57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C39A2-9273-4BD3-A98B-A33CD1487AFF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57A11-033A-445C-97C4-7C09639A1025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66CBF-D0F9-4234-9130-E36380B3B7E9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BC238-C720-4496-B7D5-53FE200BA11B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A7BD5-FBB3-4509-8AA0-46CCC1E4BBC8}" type="datetime1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SITCOE, Yadrav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72980-E11E-4AC1-B868-042A789C5E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65078"/>
            <a:ext cx="990600" cy="83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762000" y="228600"/>
            <a:ext cx="8153400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err="1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Shri</a:t>
            </a:r>
            <a:r>
              <a:rPr lang="en-US" sz="1600" b="1" dirty="0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</a:t>
            </a:r>
            <a:r>
              <a:rPr lang="en-US" sz="1600" b="1" dirty="0" err="1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Shamrao</a:t>
            </a:r>
            <a:r>
              <a:rPr lang="en-US" sz="1600" b="1" dirty="0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600" b="1" dirty="0" err="1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Patil</a:t>
            </a:r>
            <a:r>
              <a:rPr lang="en-US" sz="1600" b="1" dirty="0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lang="en-US" sz="1600" b="1" dirty="0" err="1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Yadravkar</a:t>
            </a:r>
            <a:r>
              <a:rPr lang="en-US" sz="1600" b="1" dirty="0">
                <a:solidFill>
                  <a:srgbClr val="00B0F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 Educational &amp; Charitable Trust’s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Sharad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Institute of Technology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 College of Engineering 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Yadrav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 </a:t>
            </a:r>
            <a:r>
              <a:rPr kumimoji="0" lang="en-US" sz="22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Ichalkaranji</a:t>
            </a:r>
            <a:r>
              <a:rPr kumimoji="0" lang="en-US" sz="2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NBA Accredited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Programmes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An ‘A’ Grade Institute Accredited By NAAC, An ISO 9001:2015 Accredited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200" b="1" dirty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Department of Computer Science &amp; Engineering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200" b="1" dirty="0">
              <a:solidFill>
                <a:srgbClr val="0070C0"/>
              </a:solidFill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Internship Presentation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	          Academic Year 2025-26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564791"/>
            <a:ext cx="74676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Name of Student 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Sarvesh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nitin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sogate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PRN: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2210104120</a:t>
            </a: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Class: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Btech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[Final Year]</a:t>
            </a:r>
          </a:p>
          <a:p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Name of Guide: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Mrs.Komal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Company/organization details.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Plan of Internship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Details of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ea typeface="Calibri"/>
                <a:cs typeface="Times New Roman" pitchFamily="18" charset="0"/>
              </a:rPr>
              <a:t>Methods, Skills, &amp; Technology Used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Photos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SITCOE, </a:t>
            </a:r>
            <a:r>
              <a:rPr lang="en-US" dirty="0" err="1"/>
              <a:t>Yadrav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SITCOE, </a:t>
            </a:r>
            <a:r>
              <a:rPr lang="en-US" dirty="0" err="1"/>
              <a:t>Yadrav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3843ABAA-6CFD-480A-1283-6FB003914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1" y="1239518"/>
            <a:ext cx="8001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am currently undergoing a 6-month internship as a </a:t>
            </a:r>
            <a:r>
              <a:rPr lang="en-US" altLang="en-US" sz="1800" dirty="0">
                <a:latin typeface="Arial" panose="020B0604020202020204" pitchFamily="34" charset="0"/>
              </a:rPr>
              <a:t>Data analyst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Phase- II (6 Month) of my internship has been successfully completed.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this phase-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worked </a:t>
            </a:r>
            <a:r>
              <a:rPr lang="en-US" altLang="en-US" sz="1800" dirty="0">
                <a:latin typeface="Arial" panose="020B0604020202020204" pitchFamily="34" charset="0"/>
              </a:rPr>
              <a:t>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en-US" altLang="en-US" sz="1800" dirty="0">
                <a:latin typeface="Arial" panose="020B0604020202020204" pitchFamily="34" charset="0"/>
              </a:rPr>
              <a:t>data analyst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technologies used are Python</a:t>
            </a:r>
            <a:r>
              <a:rPr lang="en-US" altLang="en-US" sz="1800" dirty="0">
                <a:latin typeface="Arial" panose="020B0604020202020204" pitchFamily="34" charset="0"/>
              </a:rPr>
              <a:t> libraries, </a:t>
            </a:r>
            <a:r>
              <a:rPr lang="en-US" altLang="en-US" sz="1800" dirty="0" err="1">
                <a:latin typeface="Arial" panose="020B0604020202020204" pitchFamily="34" charset="0"/>
              </a:rPr>
              <a:t>Sql</a:t>
            </a:r>
            <a:r>
              <a:rPr lang="en-US" altLang="en-US" sz="1800" dirty="0">
                <a:latin typeface="Arial" panose="020B0604020202020204" pitchFamily="34" charset="0"/>
              </a:rPr>
              <a:t> ,Excel and </a:t>
            </a:r>
            <a:r>
              <a:rPr lang="en-US" altLang="en-US" sz="1800" dirty="0" err="1">
                <a:latin typeface="Arial" panose="020B0604020202020204" pitchFamily="34" charset="0"/>
              </a:rPr>
              <a:t>poweBI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includes features such as </a:t>
            </a:r>
            <a:r>
              <a:rPr lang="en-IN" sz="1800" dirty="0"/>
              <a:t>Data Analysis, Sales data analysis, Impact Visualization</a:t>
            </a:r>
            <a:endParaRPr lang="en-IN" sz="1800" b="1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Company/organization details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Company/Organization: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paarsh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infotech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err="1">
                <a:latin typeface="Times New Roman" pitchFamily="18" charset="0"/>
                <a:cs typeface="Times New Roman" pitchFamily="18" charset="0"/>
              </a:rPr>
              <a:t>pvt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, Ltd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Internship Address: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second floor, c-206,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bhumkar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das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gugre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near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Bhumkar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chowk 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wakad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	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City: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wakad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(Pune)		State:	Maharashtra	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Pin:411057	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Phone:9156799089		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Email:hr@paarshinfotech.com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Turnover of Company/Organization:3cr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Name of Industry mentor for internship: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Mrs.Harshada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ahire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Job Title: Data analyst intern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Mobile No.:7219132393		Email:sarveshsogate8983@gmail.com			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Internship Date: from:  20 / 12 /2025 to   20/06 /2026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Hours per Week:45 hours		Internship:  Unpaid 	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Internship objectives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979972C-CAA0-A50C-EBE0-2C208C741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57882"/>
            <a:ext cx="6858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understand the working of a real IT organization.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gain hands-on experience in </a:t>
            </a:r>
            <a:r>
              <a:rPr lang="en-US" altLang="en-US" sz="2000" dirty="0" err="1">
                <a:latin typeface="+mj-lt"/>
              </a:rPr>
              <a:t>collecting,cleaning</a:t>
            </a:r>
            <a:r>
              <a:rPr lang="en-US" altLang="en-US" sz="2000" dirty="0">
                <a:latin typeface="+mj-lt"/>
              </a:rPr>
              <a:t>, preparing and visualize data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learn to use tools like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Excel,SQL,python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power BI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Identify trends, patterns, and insights to support business decisions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</a:t>
            </a:r>
            <a:r>
              <a:rPr lang="en-US" altLang="en-US" sz="2000" dirty="0">
                <a:latin typeface="+mj-lt"/>
              </a:rPr>
              <a:t>improve data </a:t>
            </a:r>
            <a:r>
              <a:rPr lang="en-US" altLang="en-US" sz="2000" dirty="0" err="1">
                <a:latin typeface="+mj-lt"/>
              </a:rPr>
              <a:t>visulization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work with databases and </a:t>
            </a:r>
            <a:r>
              <a:rPr lang="en-US" altLang="en-US" sz="2000" dirty="0">
                <a:latin typeface="+mj-lt"/>
              </a:rPr>
              <a:t>understand business problems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FE2E5C-3917-DC9A-E2A6-592992711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 visualization and storytelling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B09B084-A4A2-5C6A-2730-710DDF6AD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31EEF532-4BD1-65F1-CD21-91876BD08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83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Plan of Internship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7638"/>
            <a:ext cx="8458200" cy="483076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800" b="1" dirty="0">
                <a:latin typeface="+mj-lt"/>
              </a:rPr>
              <a:t>Project Assigned</a:t>
            </a:r>
            <a:r>
              <a:rPr lang="en-IN" sz="3300" b="1" dirty="0">
                <a:latin typeface="+mj-lt"/>
              </a:rPr>
              <a:t>:</a:t>
            </a:r>
            <a:br>
              <a:rPr lang="en-IN" sz="3300" dirty="0">
                <a:latin typeface="+mj-lt"/>
              </a:rPr>
            </a:br>
            <a:r>
              <a:rPr lang="en-IN" sz="3600" dirty="0">
                <a:latin typeface="+mj-lt"/>
              </a:rPr>
              <a:t>Products and sales analysis</a:t>
            </a:r>
            <a:endParaRPr lang="en-IN" sz="3300" dirty="0">
              <a:latin typeface="+mj-lt"/>
            </a:endParaRPr>
          </a:p>
          <a:p>
            <a:pPr marL="0" indent="0">
              <a:buNone/>
            </a:pPr>
            <a:r>
              <a:rPr lang="en-IN" sz="3300" b="1" dirty="0">
                <a:latin typeface="+mj-lt"/>
              </a:rPr>
              <a:t>Planned Modules and Technologies:</a:t>
            </a:r>
          </a:p>
          <a:p>
            <a:pPr marL="0" indent="0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b="1" dirty="0"/>
              <a:t>Data Preprocessing Module</a:t>
            </a:r>
          </a:p>
          <a:p>
            <a:r>
              <a:rPr lang="en-IN" sz="3600" b="1" dirty="0"/>
              <a:t>Purpose:</a:t>
            </a:r>
            <a:r>
              <a:rPr lang="en-IN" sz="3600" dirty="0"/>
              <a:t> </a:t>
            </a:r>
            <a:r>
              <a:rPr lang="en-US" sz="3600" dirty="0"/>
              <a:t>To clean, organize, and transform raw data into a consistent and usable format for accurate analysis.</a:t>
            </a:r>
          </a:p>
          <a:p>
            <a:r>
              <a:rPr lang="en-IN" sz="3600" b="1" dirty="0"/>
              <a:t>Technologies/Tools:</a:t>
            </a:r>
            <a:endParaRPr lang="en-IN" sz="3600" dirty="0"/>
          </a:p>
          <a:p>
            <a:r>
              <a:rPr lang="en-IN" sz="3600" dirty="0"/>
              <a:t>Python (</a:t>
            </a:r>
            <a:r>
              <a:rPr lang="en-IN" dirty="0"/>
              <a:t>pandas</a:t>
            </a:r>
            <a:r>
              <a:rPr lang="en-IN" sz="3600" dirty="0"/>
              <a:t>, </a:t>
            </a:r>
            <a:r>
              <a:rPr lang="en-IN" dirty="0" err="1"/>
              <a:t>numpy</a:t>
            </a:r>
            <a:r>
              <a:rPr lang="en-IN" sz="3600" dirty="0"/>
              <a:t>)</a:t>
            </a:r>
          </a:p>
          <a:p>
            <a:pPr marL="0" indent="0">
              <a:buNone/>
            </a:pPr>
            <a:r>
              <a:rPr lang="en-US" sz="3600" b="1" dirty="0"/>
              <a:t>Exploratory Data Analysis (EDA) Module</a:t>
            </a:r>
          </a:p>
          <a:p>
            <a:r>
              <a:rPr lang="en-US" sz="3600" b="1" dirty="0"/>
              <a:t>Purpose:</a:t>
            </a:r>
            <a:r>
              <a:rPr lang="en-US" sz="3600" dirty="0"/>
              <a:t> To examine the data and extract meaningful insights.</a:t>
            </a:r>
          </a:p>
          <a:p>
            <a:r>
              <a:rPr lang="en-US" sz="3600" b="1" dirty="0"/>
              <a:t>Technologies/Tools:</a:t>
            </a:r>
            <a:endParaRPr lang="en-US" sz="3600" dirty="0"/>
          </a:p>
          <a:p>
            <a:r>
              <a:rPr lang="en-US" sz="3600" dirty="0"/>
              <a:t>Python (</a:t>
            </a:r>
            <a:r>
              <a:rPr lang="en-US" dirty="0"/>
              <a:t>matplotlib</a:t>
            </a:r>
            <a:r>
              <a:rPr lang="en-US" sz="3600" dirty="0"/>
              <a:t>, </a:t>
            </a:r>
            <a:r>
              <a:rPr lang="en-US" dirty="0"/>
              <a:t>seaborn</a:t>
            </a:r>
            <a:r>
              <a:rPr lang="en-US" sz="3600" dirty="0"/>
              <a:t>)</a:t>
            </a:r>
          </a:p>
          <a:p>
            <a:pPr marL="0" indent="0">
              <a:buNone/>
            </a:pPr>
            <a:r>
              <a:rPr lang="en-US" sz="3600" b="1" dirty="0"/>
              <a:t>Dashboard and Visualization Module</a:t>
            </a:r>
          </a:p>
          <a:p>
            <a:r>
              <a:rPr lang="en-US" sz="3600" b="1" dirty="0"/>
              <a:t>Purpose:</a:t>
            </a:r>
            <a:r>
              <a:rPr lang="en-US" sz="3600" dirty="0"/>
              <a:t> To present insights in an easy-to-understand visual format.</a:t>
            </a:r>
          </a:p>
          <a:p>
            <a:r>
              <a:rPr lang="en-US" sz="3600" b="1" dirty="0"/>
              <a:t>Technologies/Tools:</a:t>
            </a:r>
            <a:endParaRPr lang="en-US" sz="3600" dirty="0"/>
          </a:p>
          <a:p>
            <a:r>
              <a:rPr lang="en-US" sz="3600" dirty="0"/>
              <a:t>Power BI</a:t>
            </a:r>
          </a:p>
          <a:p>
            <a:r>
              <a:rPr lang="en-US" sz="3600" dirty="0"/>
              <a:t>Excel/CSV as data source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Analyze customer behavior, forecast sales, and optimize inventory to improve profitability.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3DCD3A7-DB06-DE9E-B4A7-37D198C592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607718"/>
            <a:ext cx="6858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Clean and well-structured dataset ready for analysis.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Identification of customer buying patterns.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Accurate sales trends and future sales forecasts.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decision making based on data insights.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overall profitability and efficiency.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Details of work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SITCOE, </a:t>
            </a:r>
            <a:r>
              <a:rPr lang="en-US" dirty="0" err="1"/>
              <a:t>Yadrav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74A5BC5-28B7-10A7-431D-B9E2069585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2700" y="1809313"/>
            <a:ext cx="7112100" cy="312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Collect historical sales and customer data.</a:t>
            </a:r>
          </a:p>
          <a:p>
            <a:r>
              <a:rPr lang="en-US" sz="2400" dirty="0"/>
              <a:t>Clean and preprocess the data.</a:t>
            </a:r>
          </a:p>
          <a:p>
            <a:r>
              <a:rPr lang="en-US" sz="2400" dirty="0"/>
              <a:t>Perform exploratory data analysis (EDA).</a:t>
            </a:r>
          </a:p>
          <a:p>
            <a:r>
              <a:rPr lang="en-US" sz="2400" dirty="0"/>
              <a:t>Analyze customer behavior and sales trends.</a:t>
            </a:r>
          </a:p>
          <a:p>
            <a:r>
              <a:rPr lang="en-US" sz="2400" dirty="0"/>
              <a:t>Forecast future sales.</a:t>
            </a:r>
          </a:p>
          <a:p>
            <a:r>
              <a:rPr lang="en-US" sz="2400" dirty="0"/>
              <a:t>Visualize results using charts and graphs.</a:t>
            </a:r>
          </a:p>
          <a:p>
            <a:r>
              <a:rPr lang="en-US" sz="2400" dirty="0"/>
              <a:t>Generate insights and final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ea typeface="Calibri"/>
                <a:cs typeface="Times New Roman" pitchFamily="18" charset="0"/>
              </a:rPr>
              <a:t>Methods, Skills, &amp; Technology Used</a:t>
            </a:r>
            <a:br>
              <a:rPr lang="en-US" dirty="0">
                <a:latin typeface="Times New Roman" pitchFamily="18" charset="0"/>
                <a:ea typeface="Calibri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Technologies used:</a:t>
            </a:r>
            <a:endParaRPr lang="en-IN" dirty="0"/>
          </a:p>
          <a:p>
            <a:r>
              <a:rPr lang="en-IN" dirty="0"/>
              <a:t>Python</a:t>
            </a:r>
          </a:p>
          <a:p>
            <a:r>
              <a:rPr lang="en-IN" dirty="0"/>
              <a:t>Pandas</a:t>
            </a:r>
          </a:p>
          <a:p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Matplotlib</a:t>
            </a:r>
          </a:p>
          <a:p>
            <a:r>
              <a:rPr lang="en-IN" dirty="0"/>
              <a:t>Excel(Datasets)</a:t>
            </a:r>
          </a:p>
          <a:p>
            <a:r>
              <a:rPr lang="en-IN" dirty="0"/>
              <a:t>Power BI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SITCOE, </a:t>
            </a:r>
            <a:r>
              <a:rPr lang="en-US" dirty="0" err="1"/>
              <a:t>Yadrav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372A6D-13A1-C431-992A-C729C30C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880963-C0C8-0EF8-0F94-4F6E9E5B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FE08D-C9F2-0045-16FF-1CE0E888B875}"/>
              </a:ext>
            </a:extLst>
          </p:cNvPr>
          <p:cNvSpPr txBox="1"/>
          <p:nvPr/>
        </p:nvSpPr>
        <p:spPr>
          <a:xfrm>
            <a:off x="152400" y="222042"/>
            <a:ext cx="335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  <a:cs typeface="Times New Roman" pitchFamily="18" charset="0"/>
              </a:rPr>
              <a:t> python analysis (EDA):           </a:t>
            </a:r>
            <a:endParaRPr lang="en-IN" sz="2000" b="1" dirty="0">
              <a:latin typeface="+mj-l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A6CF3D-A8EA-E2E5-2555-99B2C3CA9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19694"/>
            <a:ext cx="4381530" cy="25807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9898F05-4C6A-54D7-875D-E51AAD75A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717" y="592655"/>
            <a:ext cx="4419483" cy="26702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8749D4D-3829-9589-B669-8D0769AF3E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30" y="3372986"/>
            <a:ext cx="4152870" cy="28172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5BF6D8-E986-7CF6-4B8E-6B69E643F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68" y="3335359"/>
            <a:ext cx="4073194" cy="302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9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B5CAEC-9D2C-A78D-51D8-8A0EA223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3E1C8-AD99-4D67-7DCD-633D0FEB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DE413-3E02-053C-13C2-D04DCFCDDF90}"/>
              </a:ext>
            </a:extLst>
          </p:cNvPr>
          <p:cNvSpPr txBox="1"/>
          <p:nvPr/>
        </p:nvSpPr>
        <p:spPr>
          <a:xfrm>
            <a:off x="193009" y="685800"/>
            <a:ext cx="2245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Power BI Dashboard :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E8F94-EEDD-3913-DCC3-6B8924F88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7" y="1066800"/>
            <a:ext cx="8898513" cy="50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7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38B3EC-E408-AF8B-76A3-85F28191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SITCOE, Yadrav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55018-8112-9C50-CEA0-F861910A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72980-E11E-4AC1-B868-042A789C5E4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10655-C765-DB6D-64E4-CE2F9A8C801E}"/>
              </a:ext>
            </a:extLst>
          </p:cNvPr>
          <p:cNvSpPr txBox="1"/>
          <p:nvPr/>
        </p:nvSpPr>
        <p:spPr>
          <a:xfrm>
            <a:off x="2743200" y="274320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solidFill>
                  <a:srgbClr val="0070C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866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680</Words>
  <Application>Microsoft Office PowerPoint</Application>
  <PresentationFormat>On-screen Show (4:3)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Content</vt:lpstr>
      <vt:lpstr>Introduction </vt:lpstr>
      <vt:lpstr>Company/organization details </vt:lpstr>
      <vt:lpstr>Internship objectives</vt:lpstr>
      <vt:lpstr>Plan of Internship Program</vt:lpstr>
      <vt:lpstr>Problem Statement</vt:lpstr>
      <vt:lpstr>Expected Outcomes</vt:lpstr>
      <vt:lpstr>Details of work  </vt:lpstr>
      <vt:lpstr>Methods, Skills, &amp; Technology Used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CIVIL</dc:creator>
  <cp:lastModifiedBy>Sarvesh ツ</cp:lastModifiedBy>
  <cp:revision>49</cp:revision>
  <dcterms:created xsi:type="dcterms:W3CDTF">2021-04-01T05:33:49Z</dcterms:created>
  <dcterms:modified xsi:type="dcterms:W3CDTF">2026-04-24T10:12:48Z</dcterms:modified>
</cp:coreProperties>
</file>